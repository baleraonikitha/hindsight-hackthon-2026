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FORGETFUL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Smarter AI Agents with Hindsight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Hackathon 2026  |  Team Phoenix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Nikitha · Geetha · Hindu · Chandana · Manisha</a:t>
            </a:r>
            <a:endParaRPr lang="en-US" sz="1200" dirty="0"/>
          </a:p>
        </p:txBody>
      </p:sp>
      <p:pic>
        <p:nvPicPr>
          <p:cNvPr id="6" name="Image 0" descr="img1_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Forgetful AI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same questions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explain themselves every session.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important context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starts from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learn from experience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mistakes and successes go unused.</a:t>
            </a:r>
            <a:endParaRPr lang="en-US" sz="1200" dirty="0"/>
          </a:p>
        </p:txBody>
      </p:sp>
      <p:pic>
        <p:nvPicPr>
          <p:cNvPr id="12" name="Image 0" descr="img3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657600" cy="20574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93776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memory that lets agents remember, recall and improve.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Persistent Memory with Hindsight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434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5087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interacts with the user and gathers 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99716" y="2212848"/>
            <a:ext cx="246888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318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0340" y="150876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3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2034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2034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details are retained for future use.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48556" y="2212848"/>
            <a:ext cx="246888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9180" y="15087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91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knowledge is retrieved when it matters.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7396" y="2212848"/>
            <a:ext cx="246888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086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18020" y="150876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80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180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Response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1802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become personal and context-aware.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" y="3611880"/>
            <a:ext cx="8275320" cy="685800"/>
          </a:xfrm>
          <a:prstGeom prst="roundRect">
            <a:avLst>
              <a:gd name="adj" fmla="val 16000"/>
            </a:avLst>
          </a:prstGeom>
          <a:solidFill>
            <a:srgbClr val="1B2450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340" y="3611880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learning: every loop makes the next response better.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Cycle</a:t>
            </a:r>
            <a:endParaRPr lang="en-US" sz="2800" dirty="0"/>
          </a:p>
        </p:txBody>
      </p:sp>
      <p:pic>
        <p:nvPicPr>
          <p:cNvPr id="3" name="Image 0" descr="img7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43000"/>
            <a:ext cx="4937760" cy="30998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interaction to better responses, each experience builds on the last.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important information so the agent keeps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Recall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right memories at the right moment.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past experience to improve over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current chat with relevant history.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434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7220" y="1600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AI Tutor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172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what each student struggles with.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3746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0340" y="1600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2034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skills, goals and past advice.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058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600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repeating the issue to every agent.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370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26580" y="1600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Assistant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265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routines and preferences.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Hindsight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"I'm vegetarian and like short answers."   Session 2: "Suggest dinner."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Do you have any dietary preferences? How detailed would you like the answer?"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again, wastes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Hindsight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331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"Try a quick chickpea curry: 20 minutes, fully vegetarian."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Recalled: vegetarian, prefers short answers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continuity across 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repeated questions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51C3D"/>
          </a:solidFill>
          <a:ln w="9525">
            <a:solidFill>
              <a:srgbClr val="2631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more adaptive agents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applications and domains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doesn't just respond,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remembers and improves.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Phoenix · Hindsight Hackathon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2026-09-29T12:31:24Z</dcterms:created>
  <dcterms:modified xsi:type="dcterms:W3CDTF">2026-09-29T12:31:24Z</dcterms:modified>
</cp:coreProperties>
</file>